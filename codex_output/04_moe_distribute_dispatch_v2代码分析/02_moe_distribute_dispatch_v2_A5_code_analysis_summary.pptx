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e2a65206ff45fc" /><Relationship Type="http://schemas.openxmlformats.org/officeDocument/2006/relationships/extended-properties" Target="/docProps/app.xml" Id="R87b56a668cb74b38" /><Relationship Type="http://schemas.openxmlformats.org/officeDocument/2006/relationships/officeDocument" Target="/ppt/presentation.xml" Id="Rd3c7ab1f54e1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4cda9b02f64f71"/>
  </p:sldMasterIdLst>
  <p:notesMasterIdLst>
    <p:notesMasterId xmlns:r="http://schemas.openxmlformats.org/officeDocument/2006/relationships" r:id="R4d6dd80bb72e4036"/>
  </p:notesMasterIdLst>
  <p:sldIdLst>
    <p:sldId xmlns:r="http://schemas.openxmlformats.org/officeDocument/2006/relationships" id="256" r:id="R9770a37deaab4f0a"/>
    <p:sldId xmlns:r="http://schemas.openxmlformats.org/officeDocument/2006/relationships" id="257" r:id="R1fe182d79c6d4e6b"/>
    <p:sldId xmlns:r="http://schemas.openxmlformats.org/officeDocument/2006/relationships" id="258" r:id="R974359c3214a4a9f"/>
    <p:sldId xmlns:r="http://schemas.openxmlformats.org/officeDocument/2006/relationships" id="259" r:id="Re3366758b6e3425e"/>
    <p:sldId xmlns:r="http://schemas.openxmlformats.org/officeDocument/2006/relationships" id="260" r:id="Re825aa328b5d4c22"/>
    <p:sldId xmlns:r="http://schemas.openxmlformats.org/officeDocument/2006/relationships" id="261" r:id="R1fce043cb92f4055"/>
    <p:sldId xmlns:r="http://schemas.openxmlformats.org/officeDocument/2006/relationships" id="262" r:id="R65ab47746ce54a72"/>
    <p:sldId xmlns:r="http://schemas.openxmlformats.org/officeDocument/2006/relationships" id="263" r:id="Rf76b7ce3d4d2473b"/>
    <p:sldId xmlns:r="http://schemas.openxmlformats.org/officeDocument/2006/relationships" id="264" r:id="Rad17c141b7e14563"/>
    <p:sldId xmlns:r="http://schemas.openxmlformats.org/officeDocument/2006/relationships" id="265" r:id="R459ed09518a54b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3140702d474400" /><Relationship Type="http://schemas.openxmlformats.org/officeDocument/2006/relationships/slideMaster" Target="/ppt/slideMasters/slideMaster1.xml" Id="R7a4cda9b02f64f71" /><Relationship Type="http://schemas.openxmlformats.org/officeDocument/2006/relationships/notesMaster" Target="/ppt/notesMasters/notesMaster1.xml" Id="R4d6dd80bb72e4036" /><Relationship Type="http://schemas.openxmlformats.org/officeDocument/2006/relationships/presProps" Target="/ppt/presProps.xml" Id="Rf02bee1772554986" /><Relationship Type="http://schemas.openxmlformats.org/officeDocument/2006/relationships/tableStyles" Target="/ppt/tableStyles.xml" Id="Rebcb49a0fbd74565" /><Relationship Type="http://schemas.openxmlformats.org/officeDocument/2006/relationships/slide" Target="/ppt/slides/slide1.xml" Id="R9770a37deaab4f0a" /><Relationship Type="http://schemas.openxmlformats.org/officeDocument/2006/relationships/slide" Target="/ppt/slides/slide2.xml" Id="R1fe182d79c6d4e6b" /><Relationship Type="http://schemas.openxmlformats.org/officeDocument/2006/relationships/slide" Target="/ppt/slides/slide3.xml" Id="R974359c3214a4a9f" /><Relationship Type="http://schemas.openxmlformats.org/officeDocument/2006/relationships/slide" Target="/ppt/slides/slide4.xml" Id="Re3366758b6e3425e" /><Relationship Type="http://schemas.openxmlformats.org/officeDocument/2006/relationships/slide" Target="/ppt/slides/slide5.xml" Id="Re825aa328b5d4c22" /><Relationship Type="http://schemas.openxmlformats.org/officeDocument/2006/relationships/slide" Target="/ppt/slides/slide6.xml" Id="R1fce043cb92f4055" /><Relationship Type="http://schemas.openxmlformats.org/officeDocument/2006/relationships/slide" Target="/ppt/slides/slide7.xml" Id="R65ab47746ce54a72" /><Relationship Type="http://schemas.openxmlformats.org/officeDocument/2006/relationships/slide" Target="/ppt/slides/slide8.xml" Id="Rf76b7ce3d4d2473b" /><Relationship Type="http://schemas.openxmlformats.org/officeDocument/2006/relationships/slide" Target="/ppt/slides/slide9.xml" Id="Rad17c141b7e14563" /><Relationship Type="http://schemas.openxmlformats.org/officeDocument/2006/relationships/slide" Target="/ppt/slides/slide10.xml" Id="R459ed09518a54b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52cceea2e2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9a28b812ff4bc2" /><Relationship Type="http://schemas.openxmlformats.org/officeDocument/2006/relationships/notesMaster" Target="/ppt/notesMasters/notesMaster1.xml" Id="Rdf601367d31d4e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d693589cd4754" /><Relationship Type="http://schemas.openxmlformats.org/officeDocument/2006/relationships/notesMaster" Target="/ppt/notesMasters/notesMaster1.xml" Id="R8cebcbdecf1d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2034805f240c6" /><Relationship Type="http://schemas.openxmlformats.org/officeDocument/2006/relationships/notesMaster" Target="/ppt/notesMasters/notesMaster1.xml" Id="Re53a959f84af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973a1bc2e4909" /><Relationship Type="http://schemas.openxmlformats.org/officeDocument/2006/relationships/notesMaster" Target="/ppt/notesMasters/notesMaster1.xml" Id="Rf3e0f5800803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ca0974840a44d6" /><Relationship Type="http://schemas.openxmlformats.org/officeDocument/2006/relationships/notesMaster" Target="/ppt/notesMasters/notesMaster1.xml" Id="Raede620b2ace4b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c26b862eb44619" /><Relationship Type="http://schemas.openxmlformats.org/officeDocument/2006/relationships/notesMaster" Target="/ppt/notesMasters/notesMaster1.xml" Id="R2f5d63823b3e42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27a7cbbc54452e" /><Relationship Type="http://schemas.openxmlformats.org/officeDocument/2006/relationships/notesMaster" Target="/ppt/notesMasters/notesMaster1.xml" Id="Rff4c7b47437b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baea8334844742" /><Relationship Type="http://schemas.openxmlformats.org/officeDocument/2006/relationships/notesMaster" Target="/ppt/notesMasters/notesMaster1.xml" Id="R7fa1b81a061e4e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63cdce35b4d72" /><Relationship Type="http://schemas.openxmlformats.org/officeDocument/2006/relationships/notesMaster" Target="/ppt/notesMasters/notesMaster1.xml" Id="R3da4803e6ced46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f870a8090844fb" /><Relationship Type="http://schemas.openxmlformats.org/officeDocument/2006/relationships/notesMaster" Target="/ppt/notesMasters/notesMaster1.xml" Id="R844eda71b608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14f49096747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59160fce65488e" /><Relationship Type="http://schemas.openxmlformats.org/officeDocument/2006/relationships/slideLayout" Target="/ppt/slideLayouts/slideLayout1.xml" Id="R65e523d109484b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e523d109484b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2dfd624da4314" /><Relationship Type="http://schemas.openxmlformats.org/officeDocument/2006/relationships/notesSlide" Target="/ppt/notesSlides/notesSlide1.xml" Id="R234c61cdbe464c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519473867437b" /><Relationship Type="http://schemas.openxmlformats.org/officeDocument/2006/relationships/notesSlide" Target="/ppt/notesSlides/notesSlide2.xml" Id="R059ba062694947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fb685fc774a5f" /><Relationship Type="http://schemas.openxmlformats.org/officeDocument/2006/relationships/notesSlide" Target="/ppt/notesSlides/notesSlide3.xml" Id="Rf9540a99b2b5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a60214efd4ba0" /><Relationship Type="http://schemas.openxmlformats.org/officeDocument/2006/relationships/notesSlide" Target="/ppt/notesSlides/notesSlide4.xml" Id="R549daf6bb7be4c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eafd4a21c459a" /><Relationship Type="http://schemas.openxmlformats.org/officeDocument/2006/relationships/notesSlide" Target="/ppt/notesSlides/notesSlide5.xml" Id="R5005db9ded6f44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5ff15cfc94a15" /><Relationship Type="http://schemas.openxmlformats.org/officeDocument/2006/relationships/notesSlide" Target="/ppt/notesSlides/notesSlide6.xml" Id="R75dc9ae56184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ca9d9461042a1" /><Relationship Type="http://schemas.openxmlformats.org/officeDocument/2006/relationships/notesSlide" Target="/ppt/notesSlides/notesSlide7.xml" Id="R3c321dc57d744a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d06a35614054" /><Relationship Type="http://schemas.openxmlformats.org/officeDocument/2006/relationships/notesSlide" Target="/ppt/notesSlides/notesSlide8.xml" Id="R76d3cd1d847c4b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ca0138e3c4730" /><Relationship Type="http://schemas.openxmlformats.org/officeDocument/2006/relationships/notesSlide" Target="/ppt/notesSlides/notesSlide9.xml" Id="R8ebd8dbcaefd49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5fbd9fb424df6" /><Relationship Type="http://schemas.openxmlformats.org/officeDocument/2006/relationships/notesSlide" Target="/ppt/notesSlides/notesSlide10.xml" Id="Rb0abd8517d5a40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40E88-B377-454D-8C81-56F868C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moe_distribute_dispatch_v2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10B9C-CB96-429B-AA13-9EE29C6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Ascend David V100/V120（A5）分支代码分析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46FCB-91F0-4889-812B-C4588460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按文件/函数粒度梳理代码结构、调用链与依赖关系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重点覆盖 API、InferShape/Tiling、Graph Fusion、GenerateTask、AICore Kernel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补充文件行数与核心函数行数/起止行统计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EDEA3-FAFD-47F9-8332-970E968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047750"/>
            <a:ext cx="2714625" cy="40957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BB0C3-B62C-48E8-A6E4-1B1E76C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90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A5 两条路径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11CA4-886B-4828-A680-0EED73A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E3455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E729E-E5D2-4E19-AA44-D624A5E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669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CCU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E5B0B-35E6-4424-9217-04972D60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Inner V2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TilingImpl OP_VERSION_2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MoeDistributeDispatchA5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67D61-984F-484A-BCD1-A70603B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26589-FD32-43EB-8577-41C4D107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MTE / FullMesh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74EAD-D37A-428B-BCC9-4596A23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Mc2Context + Inner V3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A3 public tiling + ARCH=A5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B1AA5-1952-4EC5-B431-0403077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5165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8EBDB-497B-4485-B74A-12A2BA4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03352-9D96-482F-B7C0-0342EDC8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A5 分支的判断点是 DAV_3510 / ascend950，而不是源码中的 V100/V120 字符串。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DB2AD-3B86-4AB9-BF6D-1C0AFB1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616F0-FDDB-47DA-9E8B-DBEBFF64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2640F-2EB6-4C5B-BD3D-9D2BCC2E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职责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D0BBC-C3BE-4401-A495-C71AFD3D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按 expert_ids 路由 token，跨 EP/TP 通信，输出 expand_x 与 combine 辅助信息。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19F00-2A31-4431-9376-2463A509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3FE16-C581-4CF5-BA69-A3CC2233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38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分叉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D569E-9E93-4E10-A615-DDF90689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comm_alg=ccu 走 CCU 专用链路；空/fullmesh_v1/fullmesh_v2 走 MTE/window 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3E347-5B8C-480D-B9AC-B41873C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083C9-728D-41BD-9E22-CE345099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内部版本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BA88A-335E-4518-A02C-EA3A8CD0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A5 non-ccu 对外可叫 V2，但 API/graph 侧会转 Inner V3 或 V2-&gt;V3 节点。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55703-615A-435D-9352-701F0CF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5143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E84B3-C6F4-4C7D-9A63-A3C206E2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E345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E3455"/>
                </a:solidFill>
                <a:latin typeface="Aptos"/>
                <a:ea typeface="Aptos"/>
                <a:cs typeface="Aptos"/>
              </a:rPr>
              <a:t>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14DB4-51FD-45B1-B29F-02C8379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462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HostKfc 头文件未见主 kernel 派发；fallback 的 comm_alg attr 读取需复核 ABI。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CEAA3-C97A-40AF-AD1F-040FD7BB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237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E4EBE-61DC-414C-95FC-597DFC16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端到端调用链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7CFDC-0F6A-465D-B1D9-A428A27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从 public ACLNN 到 host tiling、GenerateTask、AICore kernel 的主链路。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07E1A-92A7-4A02-8513-02C2DA96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D2F7B-79E8-4A5E-99F1-5E5AEB3B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200B6-7C42-4637-9696-66668983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Public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023E4-0E6E-413B-8523-E168AAB9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V2 / V3 / V4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A1E1D-3B76-402C-B0B7-E7E955D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70051-DA00-4CFC-AEA7-1807B43D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Base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4C852-5596-48DC-B9C1-9B4E6E0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050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平台与 comm_alg 分支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8FCB6-D72C-4D28-BBAE-B6F2E73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1925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EA72F-7143-4529-B5AC-F55B9EC4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CADA6-C8FA-4F75-B322-0CE62FEF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050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InferShape / Tiling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EF18E-8FF5-47E5-BBD0-C8295BE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71FFE-0B46-4329-9376-52CDD78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B2C23-0165-4BC9-9C5C-7D9AC02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050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Fusion / GenTask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3952E-B9F6-4220-921D-80095F3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1925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08D29-CC49-4E1A-9DA4-B488C17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E34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E3455"/>
                </a:solidFill>
                <a:latin typeface="Aptos"/>
                <a:ea typeface="Aptos"/>
                <a:cs typeface="Aptos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C5BBB-AE9F-4561-AAD8-476C4569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A5 CCU / MTE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86F36-D9FB-4AE0-BF85-8EFA7D44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859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D74ED-4A12-40EF-BABD-78077905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A792B-2FC6-4DE5-AD0A-2BE665E9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2EF23-8D9E-403E-94E0-5C8EE274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A6BE6-2B7B-4F8F-912A-EFC7D08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971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7C6EB-0A91-4FF6-8851-CE5C2FBD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A5 non-ccu：Mc2Context → Inner V3 → V2→V3 Fusion → Mc2MoeGenTaskCallbackV2 → MoeDistributeDispatchV2 / FullMesh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5A98B-0D7D-4734-8187-405A7D7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E34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E3455"/>
                </a:solidFill>
                <a:latin typeface="Aptos"/>
                <a:ea typeface="Aptos"/>
                <a:cs typeface="Aptos"/>
              </a:rPr>
              <a:t>A5 ccu：Inner V2 → 不融合 → A5 CCU Tiling → Mc2Arch35GenTaskCallBack → MoeDistributeDispatchA5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2850C8-4E46-4AB7-8A2D-B7B3477C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823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A8B08-B4C5-4BFE-BDA9-28A17082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A5 分支选择矩阵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D3C1B-C36E-43B3-9436-D07C5BD1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同一个算子在 API、graph、tiling、kernel 的选择条件并不完全相同。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EE244-72FA-48FC-8ED5-36749F7B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8980D-457F-4598-B20D-C21401E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05537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5DA06-0D99-4C04-964B-DA70778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层级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C09C0-E981-47E3-A914-0E578338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248AA-1BCF-4973-9A82-12FCF2C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62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67FF4-5899-41B2-8C08-3048F194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248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8942D-3B27-47C6-9639-D4FEC4A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9B0C9-5005-4F47-99F6-93464967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24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A5 non-ccu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2A4F3-32FC-48C2-907A-EC1E2380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Mc2Context + Inner 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46A42-B670-4314-BD35-2CF304F1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827C4-7CE7-4761-A13D-8054B355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A5 ccu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16A74-7529-4C59-8FBE-44342F4C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Inner 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22165-2925-44B0-9669-A1F2E0F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0248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36370-8697-423D-85EB-45403D0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1775E-34E1-47F3-9057-859A64B8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A5 non-ccu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EC838-BF0A-4614-91C5-A5E30CD7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V2 → V3 + context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D31F3-3A14-4F03-9C30-920C5D7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182C0-DCD0-4C1B-A1CC-CD63FDC4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MTE/fullmesh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41A28-1B22-46E6-A39A-919CFBC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Mc2MoeGenTaskCallbackV2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7D889-02F2-4FC7-AE42-233FA5A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10248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1A606-5218-4864-85CE-5FFB0E6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1189B-6EB3-44B8-A271-3E9C35D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ccu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25093-7633-4AF5-80E2-47930890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Mc2Arch35GenTaskCallBack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F784D-06FB-44DB-8A18-04DACD1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Tiling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2F440-6F5B-474D-AB54-22C49C99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ccu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3966A-9993-4786-BD91-2D46BFF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1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MoeDistributeDispatchTilingImpl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77C47-C3E0-4B57-ACB7-E4445592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0248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8B198-762C-4094-AF09-567FE401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Tiling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FD140-66C3-41FE-A591-CD132097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空/fullmesh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8F50F-56D2-4A86-8EEE-F52F6E5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A3 public tiling + ARCH=A5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8850A-06A6-42EC-A788-6262096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Kernel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11F23-5F7C-4040-BC83-DA238A62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ccu / MTE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8D78A2-1B13-4066-8BEB-4FE4CD47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A5 / V2 / FullMesh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D94AF4-76CC-4986-9182-70C559F8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5971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27247-9BFD-4C3C-8403-6291EB10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关键文件层次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54437-CB92-4AF2-94FB-A318EE3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按 ownership 看，代码分成 API、Host、Graph、Kernel 四块。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5D890-34FE-4DAB-8FBC-F6054F85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599EA-7405-4721-8B91-CA9C3AAF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10629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AB4A1-7AED-4B9D-9D13-15712A45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70A7A-B24C-4A9D-998B-6606BE66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9542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op_api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717F9-F3AC-4E3E-B8F5-24A7E307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参数检查、平台识别、Inner V2/V3 分发、HCCL server type 设置。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69947-03D0-4C6A-8376-C0AAC0AF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base.cpp 227 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C6BDA-9250-497A-B2B0-8C8C7008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629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61A1F-ACA9-4F70-B0E8-11147D3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66B05-8726-464F-81C5-C11AD87A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op_host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1D721-F0C0-4A79-8857-0305451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算子原型、InferShape/InferDtype、A5 CCU/MTE tiling。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D2DF6-DEAC-4774-BDC9-AB7523E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arch35 tiling 1301 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67959-52EF-4F17-9384-0192F6BB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0629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06FE3-A8DC-472D-834D-8D4AFFBD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E01A5-9A65-43AE-9B07-22CB9932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op_graph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282BD-AA88-4968-B825-3FBC3BA9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A5 non-ccu V2→V3 fusion，GenerateTask 选择 MTE/CCU callback。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9652B-13AB-44D0-8F06-C45456D6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fusion 204 行 / gen_task 70 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B5960-EA10-4BF0-86AD-F3EEAA98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629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C3432-A87C-4C06-8AC4-8A8272D7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1095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E3455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73AF4-710E-44E3-9E78-5BC3612D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op_kernel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50891-FDEE-427A-906F-3F6A0C7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global kernel 模板，A5 CCU / MTE / FullMesh 三类实现。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41538-7307-402B-9BDA-B6205773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A5 CCU 1158 行；MTE 1774 行；FullMesh 1940 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37876-2C24-4F63-B4E9-8FEAB059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020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F9AEC-EEA6-40FC-A363-8BBB5AE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核心函数职责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87EB3-10A6-4FF4-A08B-37A6010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普通 C++ 函数已统计起止行；大型 AICore 模板方法按源码定位梳理。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59896-6CE7-443E-9FCC-B927681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2065E-AD31-4576-9932-A9A09971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4FD27-9775-4C76-A617-9344632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490A8-051E-4CA7-8062-309C11C4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SetCommArgs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GetWorkspaceSizeBase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DispatchBase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BB9C-5807-439D-8BAA-F54ABDD5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A5 non-ccu 转 Inner V3；ccu 保持 Inner V2。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CCB79-BE6C-4C14-9D2C-3B6D879F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6685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A4FEA-64AD-4700-835E-251BB764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Tiling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0ED37-9259-482F-BEA4-9DC2EC3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MoeDistributeDispatchTilingImpl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MoeDistributeDispatchTilingFuncImpl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CalTilingKey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C9251-3CBE-4A93-896B-7E8CC40F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ccu 走 A5 专用；MTE 复用 A3 并打 A5 tiling key。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20AD1-7252-49D5-A653-D8C5EFBA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F36F7-3ED1-4A8B-A7BD-FD02CAFF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B76B3-BD7D-4E35-B54C-E74850A2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Fusion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AddEdge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CB20E-6027-4164-9A77-EE5B239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A5 non-ccu 下 V2 节点替换成 V3，并插入 Mc2MoeContext。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943E9-42D1-48BE-9EFE-5553FCEE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F9CFD-0796-4C0F-B789-3A0F7EDE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E345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E3455"/>
                </a:solidFill>
                <a:latin typeface="Aptos"/>
                <a:ea typeface="Aptos"/>
                <a:cs typeface="Aptos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B18F2-65A7-4A9A-B76A-E87A177F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MoeDistributeDispatchA5::Process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V2::Process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FullMesh::Process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1005A-2C12-4A72-B090-6B4E950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顶层执行 scatter、通信、gather、输出统计。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4B40C-FE95-4FDD-AF69-4EEA43F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1023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A8B1F-EE9B-4138-8995-279D8A5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代码规模热点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91780-3892-4EB8-BF68-E8BA259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统计覆盖 23 个核心文件、277 个函数/方法；复杂度集中在 kernel 与 A5 tiling。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C4F6B-7B5B-4083-B28B-4151CC4F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9AB6D-2B56-4671-9DA3-C9FBB23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7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FullMesh kernel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68865-8489-4815-AC63-10338BC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716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95608-CAE5-48BA-BB92-358954B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71600"/>
            <a:ext cx="60483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E3455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3D656-D15C-4E2B-9BDA-FB1A23F4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90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1940 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17C29-6BCF-4BA0-A408-867D99F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MTE 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E4033-1B12-4E6F-AAED-D05DB817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029FB-EF59-473B-AE57-F60BE54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553402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9BB0F-DC20-4F34-9260-E0A95A77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1774 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E940D-203F-4090-8C76-D5E393A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HostKfc候选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71267-CB6A-40B9-9704-3E5327D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EA863-A502-4EE7-BE09-5726CE6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6781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65D73-382E-4A7D-B471-EE6EFF9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2177 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453ED-4DF4-48D0-A191-C36147FC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A5 CCU 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03B62-A1B9-4117-A552-9E15480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45C88-0CAC-4D32-8DD5-4B086A5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36099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E8CFC-6047-4217-91D4-4EC8EB8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1158 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6D906-5CC7-45A5-A8BB-6BF56C44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A5 tiling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12B59-4AD1-48A0-AFF9-B24472AF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0815C-26F7-42A3-820D-C6519E94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405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2C32B-13D7-413C-AAFC-3D7888F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29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1301 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01A44-C262-435F-93FF-48760AD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InferShape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295CB-FC03-400B-875F-CC31F0C9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96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B4A4E-1854-4F57-95EB-C63C9450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9600"/>
            <a:ext cx="1200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B6472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494BE-64EB-4AA7-AFE4-5B1A572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38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385 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D3A06-83D5-4E9C-BF7C-68FB055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9D011-04A3-4D44-904C-7D3C4378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6858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1F330-098B-4358-BE13-49600241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B6472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BF7879-8CA3-4A55-87F0-A7636C9D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227 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A5EFB-E9D8-4EC1-8BE8-B0AB2281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注：行数为文件总行数；完整文件级与函数级代码行数统计详见 Markdown 附录 14。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A58FE-31B8-482B-AFFF-E9684AC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6863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C381C-383B-4773-8EB5-D4AA1EB8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A5 CCU 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D72BA-B460-4EE1-9F12-B4E3939F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MoeDistributeDispatchA5 使用 CCU AlltoAllvWrite 完成跨 rank token 交换。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22F7C-4A59-45F5-AE81-00DB9F0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3659E-9E88-4656-806D-F9D780A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0A18-9775-427E-BE2D-A5DA41F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2CD60-D78D-497A-B9BD-E5F6ED4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tiling / buffer / HCCL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796CE-FDD8-4390-B5C6-F4D71844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E30B1-DE59-43FB-9A56-553B546D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39630-A3CF-4571-BD28-0B0924B5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47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E182-A22E-41F0-B0EC-24652EE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x_active_mask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2CC35-2481-4F77-A253-4FC5F80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981D7-588A-4EA0-8476-21E71B4F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530F-33DC-44A6-9E0F-DC4859BE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Scatter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CAF8C-A328-44E1-9967-874EB63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98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sort ids / write send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2EF57-0ECE-40EB-A1D3-BA6B5A9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D3CEE-3600-4888-B48A-3385671B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87633-D776-4E8D-8DA9-1E2A886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E34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E3455"/>
                </a:solidFill>
                <a:latin typeface="Aptos"/>
                <a:ea typeface="Aptos"/>
                <a:cs typeface="Aptos"/>
              </a:rPr>
              <a:t>AlltoAll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18975-A4DC-4110-BCAB-8DCF1B59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6098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CCU AlltoAllvWrite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B6CEC-F25E-4968-892C-ADB6F154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43150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F1F1F-E5A5-4F7B-86B8-0BB6AD9E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B1F66-39EC-4BAE-BAF3-549D0722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47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Gather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823FD-B47B-46BE-B04C-E5B5D159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98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recv → expand_x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87CAA-A066-4FA6-95A5-5B697276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核心类：MoeDistributeDispatchA5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通信窗口：sendBufGM / recvBufGM + 双 buffer status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输出：expand_x、dynamic_scales、expert_token_nums、ep_recv_count、assist_info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A6387-7BF3-4F0C-A5C1-200A3742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4434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82926-3253-4318-9097-C05D9406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A5 MTE / FullMesh 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45E1F-E546-4805-874C-37FD410F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non-ccu 路径使用 Mc2Context 和 window/flag/cumsum 软同步。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C4C8C-7867-47C4-99C2-924A2C3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8F9BE-01CA-4B66-BAE3-30099CC9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506AD-2842-404B-9E01-D6B0770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MTE non-fullmesh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044EF-670E-445D-B39D-3B50E87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Init 读取 context/window/tiling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SendToSharedExpert / SendToMoeExpert 写目标 rank window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AlltoAllDispatch 做状态交换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LocalWindowCopy 连续化输出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A5 特化 WaitStatusA5 / GetCumSumA5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91B8C-400C-4164-894B-F1D4D2F9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28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82C45-ACB9-47B7-BA4D-2213BB9E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9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E345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E3455"/>
                </a:solidFill>
                <a:latin typeface="Aptos"/>
                <a:ea typeface="Aptos"/>
                <a:cs typeface="Aptos"/>
              </a:rPr>
              <a:t>FullMesh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6C3E6-27ED-46F6-8438-2385057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98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SetTilingDataAndCal 派生 fullmesh 布局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CalExpertSendNum / CalAndSendCntByRank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AllToAllDispatch + flag 区同步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CalCumSum / WaitCumSumFlag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WaitAndFormatOutput / LocalWindowCopy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F3585-B78F-42AD-90D2-690DA9F6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632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EE117-92C4-4D49-8077-48F0521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风险点与后续验证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E5DA-31EA-4208-934B-2C9ECD1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本轮是静态代码分析，未执行 AICore 编译或硬件验证。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4F5C3-66D9-4F6A-88AC-4B6EFC2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moe_distribute_dispatch_v2 / 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CA346-B4F5-45A2-A34E-64745FB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CB0C4-788B-42E3-8FED-EEDB02E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E3455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13DD6-8846-47DD-A29D-E7CE4EC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85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fallback attr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C5605-9638-43AB-97F4-7BAB4893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fallback_moe_distribute_dispatch_v2.cpp 中 comm_alg 读取方式需结合 ABI 复核。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E8577-6DE1-48B2-8BF3-113B5253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A588B-3A4B-40D8-9C5D-FEF5585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1F797-B007-45AC-B8EA-15D8313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527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HostKfc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FC702-00E2-41F7-BA9F-56C403D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arch35 HostKfc 逻辑完整但当前主 kernel 未直接派发，需用编译产物确认。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96A8A-92C0-4CDC-9A23-41F0DFFA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110FE-8A25-479F-A9B4-4124A6E0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EAC7B-BEBE-48E0-AC43-7A06C63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95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TP 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CCA5E-D3BF-4B30-8206-ACBEE0F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A5 CCU 当前 tpWorldSize=1；MTE/fullmesh TP 能力依赖 A3 public tiling 约束。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67057-5F3A-403A-B193-F820D3D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2E20E-9D1A-4F31-9E6F-F8749CE5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6CA8C-81E8-4C11-AAAB-C2D7D0DD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CE9A9-973E-434F-AC72-35DC794F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建议补跑 op_host arch35 UT、op_api Ascend950 non-ccu、AICore 编译/仿真。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C8A05-0C14-467F-9414-58CAD22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3616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2026-06-17T06:17:18.9030000Z</dcterms:created>
  <dcterms:modified xsi:type="dcterms:W3CDTF">2026-06-17T06:17:18.9030000Z</dcterms:modified>
</coreProperties>
</file>