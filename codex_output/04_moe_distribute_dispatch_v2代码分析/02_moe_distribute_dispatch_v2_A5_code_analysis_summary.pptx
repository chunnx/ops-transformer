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b22ef5f55e4c23" /><Relationship Type="http://schemas.openxmlformats.org/officeDocument/2006/relationships/extended-properties" Target="/docProps/app.xml" Id="R72b45b631fff496f" /><Relationship Type="http://schemas.openxmlformats.org/officeDocument/2006/relationships/officeDocument" Target="/ppt/presentation.xml" Id="Rc0d9d67f78a441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506630f339423b"/>
  </p:sldMasterIdLst>
  <p:notesMasterIdLst>
    <p:notesMasterId xmlns:r="http://schemas.openxmlformats.org/officeDocument/2006/relationships" r:id="R003aa70750e540db"/>
  </p:notesMasterIdLst>
  <p:sldIdLst>
    <p:sldId xmlns:r="http://schemas.openxmlformats.org/officeDocument/2006/relationships" id="256" r:id="R38deb51c81044da5"/>
    <p:sldId xmlns:r="http://schemas.openxmlformats.org/officeDocument/2006/relationships" id="257" r:id="Rac4052d2a1a444c7"/>
    <p:sldId xmlns:r="http://schemas.openxmlformats.org/officeDocument/2006/relationships" id="258" r:id="R40c6132b9f544ecf"/>
    <p:sldId xmlns:r="http://schemas.openxmlformats.org/officeDocument/2006/relationships" id="259" r:id="Ra05a8c962f174303"/>
    <p:sldId xmlns:r="http://schemas.openxmlformats.org/officeDocument/2006/relationships" id="260" r:id="R55611633da4d4ab8"/>
    <p:sldId xmlns:r="http://schemas.openxmlformats.org/officeDocument/2006/relationships" id="261" r:id="R31eb3e11b4e64364"/>
    <p:sldId xmlns:r="http://schemas.openxmlformats.org/officeDocument/2006/relationships" id="262" r:id="Ra560550bc05e4231"/>
    <p:sldId xmlns:r="http://schemas.openxmlformats.org/officeDocument/2006/relationships" id="263" r:id="R607bb4cf1ca44a7e"/>
    <p:sldId xmlns:r="http://schemas.openxmlformats.org/officeDocument/2006/relationships" id="264" r:id="R721b4f9fda974fb4"/>
    <p:sldId xmlns:r="http://schemas.openxmlformats.org/officeDocument/2006/relationships" id="265" r:id="R1c3f492791d1486a"/>
    <p:sldId xmlns:r="http://schemas.openxmlformats.org/officeDocument/2006/relationships" id="266" r:id="R7e69e97ebae949d2"/>
    <p:sldId xmlns:r="http://schemas.openxmlformats.org/officeDocument/2006/relationships" id="267" r:id="R6cc8b634cd26422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84f160c02d472d" /><Relationship Type="http://schemas.openxmlformats.org/officeDocument/2006/relationships/slideMaster" Target="/ppt/slideMasters/slideMaster1.xml" Id="R71506630f339423b" /><Relationship Type="http://schemas.openxmlformats.org/officeDocument/2006/relationships/notesMaster" Target="/ppt/notesMasters/notesMaster1.xml" Id="R003aa70750e540db" /><Relationship Type="http://schemas.openxmlformats.org/officeDocument/2006/relationships/presProps" Target="/ppt/presProps.xml" Id="Raf8d474c3cf64696" /><Relationship Type="http://schemas.openxmlformats.org/officeDocument/2006/relationships/tableStyles" Target="/ppt/tableStyles.xml" Id="Re7f79d0f55014b0d" /><Relationship Type="http://schemas.openxmlformats.org/officeDocument/2006/relationships/slide" Target="/ppt/slides/slide1.xml" Id="R38deb51c81044da5" /><Relationship Type="http://schemas.openxmlformats.org/officeDocument/2006/relationships/slide" Target="/ppt/slides/slide2.xml" Id="Rac4052d2a1a444c7" /><Relationship Type="http://schemas.openxmlformats.org/officeDocument/2006/relationships/slide" Target="/ppt/slides/slide3.xml" Id="R40c6132b9f544ecf" /><Relationship Type="http://schemas.openxmlformats.org/officeDocument/2006/relationships/slide" Target="/ppt/slides/slide4.xml" Id="Ra05a8c962f174303" /><Relationship Type="http://schemas.openxmlformats.org/officeDocument/2006/relationships/slide" Target="/ppt/slides/slide5.xml" Id="R55611633da4d4ab8" /><Relationship Type="http://schemas.openxmlformats.org/officeDocument/2006/relationships/slide" Target="/ppt/slides/slide6.xml" Id="R31eb3e11b4e64364" /><Relationship Type="http://schemas.openxmlformats.org/officeDocument/2006/relationships/slide" Target="/ppt/slides/slide7.xml" Id="Ra560550bc05e4231" /><Relationship Type="http://schemas.openxmlformats.org/officeDocument/2006/relationships/slide" Target="/ppt/slides/slide8.xml" Id="R607bb4cf1ca44a7e" /><Relationship Type="http://schemas.openxmlformats.org/officeDocument/2006/relationships/slide" Target="/ppt/slides/slide9.xml" Id="R721b4f9fda974fb4" /><Relationship Type="http://schemas.openxmlformats.org/officeDocument/2006/relationships/slide" Target="/ppt/slides/slide10.xml" Id="R1c3f492791d1486a" /><Relationship Type="http://schemas.openxmlformats.org/officeDocument/2006/relationships/slide" Target="/ppt/slides/slide11.xml" Id="R7e69e97ebae949d2" /><Relationship Type="http://schemas.openxmlformats.org/officeDocument/2006/relationships/slide" Target="/ppt/slides/slide12.xml" Id="R6cc8b634cd2642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46865b89284f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15fc82cb6343d2" /><Relationship Type="http://schemas.openxmlformats.org/officeDocument/2006/relationships/notesMaster" Target="/ppt/notesMasters/notesMaster1.xml" Id="Rac818473cdda47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341bc67ba0419c" /><Relationship Type="http://schemas.openxmlformats.org/officeDocument/2006/relationships/notesMaster" Target="/ppt/notesMasters/notesMaster1.xml" Id="R902d93d9a99c4b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e95c80fa3d4211" /><Relationship Type="http://schemas.openxmlformats.org/officeDocument/2006/relationships/notesMaster" Target="/ppt/notesMasters/notesMaster1.xml" Id="Rdb0f68a311f241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1702fed3fb41ad" /><Relationship Type="http://schemas.openxmlformats.org/officeDocument/2006/relationships/notesMaster" Target="/ppt/notesMasters/notesMaster1.xml" Id="R4d38d83cc25b43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0aac97daf9442a" /><Relationship Type="http://schemas.openxmlformats.org/officeDocument/2006/relationships/notesMaster" Target="/ppt/notesMasters/notesMaster1.xml" Id="Rd2a7139e038346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0ac747ae4d4539" /><Relationship Type="http://schemas.openxmlformats.org/officeDocument/2006/relationships/notesMaster" Target="/ppt/notesMasters/notesMaster1.xml" Id="R69aca9e3e4e242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44272849fa47a4" /><Relationship Type="http://schemas.openxmlformats.org/officeDocument/2006/relationships/notesMaster" Target="/ppt/notesMasters/notesMaster1.xml" Id="Rfd7ff14a69c747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a0d9ac0c614ca9" /><Relationship Type="http://schemas.openxmlformats.org/officeDocument/2006/relationships/notesMaster" Target="/ppt/notesMasters/notesMaster1.xml" Id="Rcfe1be18079946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f9fa4da54f41b2" /><Relationship Type="http://schemas.openxmlformats.org/officeDocument/2006/relationships/notesMaster" Target="/ppt/notesMasters/notesMaster1.xml" Id="R7a7b6c31e89d4a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020c970ae0423c" /><Relationship Type="http://schemas.openxmlformats.org/officeDocument/2006/relationships/notesMaster" Target="/ppt/notesMasters/notesMaster1.xml" Id="R1f887a56892245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b8f4c6f3544036" /><Relationship Type="http://schemas.openxmlformats.org/officeDocument/2006/relationships/notesMaster" Target="/ppt/notesMasters/notesMaster1.xml" Id="R083da10590ed44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9fb186e5b64fe7" /><Relationship Type="http://schemas.openxmlformats.org/officeDocument/2006/relationships/notesMaster" Target="/ppt/notesMasters/notesMaster1.xml" Id="R4231b4c595da46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aadf7139a24a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04f674e12d4b14" /><Relationship Type="http://schemas.openxmlformats.org/officeDocument/2006/relationships/slideLayout" Target="/ppt/slideLayouts/slideLayout1.xml" Id="Re38521afd4fc43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8521afd4fc43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55c0a72dd4af9" /><Relationship Type="http://schemas.openxmlformats.org/officeDocument/2006/relationships/notesSlide" Target="/ppt/notesSlides/notesSlide1.xml" Id="R0964cc4e2a2842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b73d9ad424f2a" /><Relationship Type="http://schemas.openxmlformats.org/officeDocument/2006/relationships/notesSlide" Target="/ppt/notesSlides/notesSlide2.xml" Id="Rc9657513cfe64d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7d23e20e342f8" /><Relationship Type="http://schemas.openxmlformats.org/officeDocument/2006/relationships/notesSlide" Target="/ppt/notesSlides/notesSlide3.xml" Id="R38e44b4417eb4c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f5f45a5044587" /><Relationship Type="http://schemas.openxmlformats.org/officeDocument/2006/relationships/notesSlide" Target="/ppt/notesSlides/notesSlide4.xml" Id="R996153de81dd40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e353a7910466c" /><Relationship Type="http://schemas.openxmlformats.org/officeDocument/2006/relationships/notesSlide" Target="/ppt/notesSlides/notesSlide5.xml" Id="Re58d2a97dbd147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95a175a0c4824" /><Relationship Type="http://schemas.openxmlformats.org/officeDocument/2006/relationships/notesSlide" Target="/ppt/notesSlides/notesSlide6.xml" Id="R665642b9382d43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784b229344e6b" /><Relationship Type="http://schemas.openxmlformats.org/officeDocument/2006/relationships/notesSlide" Target="/ppt/notesSlides/notesSlide7.xml" Id="R08b378394e9244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6d83abbc848a4" /><Relationship Type="http://schemas.openxmlformats.org/officeDocument/2006/relationships/notesSlide" Target="/ppt/notesSlides/notesSlide8.xml" Id="R5cd77bde17bc4c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3b5b03d90472b" /><Relationship Type="http://schemas.openxmlformats.org/officeDocument/2006/relationships/notesSlide" Target="/ppt/notesSlides/notesSlide9.xml" Id="Rd80b350b0a5c43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5f0d93c8445e3" /><Relationship Type="http://schemas.openxmlformats.org/officeDocument/2006/relationships/notesSlide" Target="/ppt/notesSlides/notesSlide10.xml" Id="R7cec1f5ba7e145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59d2b35a546f8" /><Relationship Type="http://schemas.openxmlformats.org/officeDocument/2006/relationships/notesSlide" Target="/ppt/notesSlides/notesSlide11.xml" Id="R7a3a5d411b3542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dfb53ccf34abb" /><Relationship Type="http://schemas.openxmlformats.org/officeDocument/2006/relationships/notesSlide" Target="/ppt/notesSlides/notesSlide12.xml" Id="R484d611baf274f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240E88-B377-454D-8C81-56F868CA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moe_distribute_dispatch_v2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10B9C-CB96-429B-AA13-9EE29C65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Ascend David V100/V120（A5）分支代码分析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46FCB-91F0-4889-812B-C458846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742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按文件/函数粒度梳理代码结构、调用链与依赖关系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重点覆盖 API、InferShape/Tiling、Graph Fusion、GenerateTask、AICore Kernel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补充文件行数与核心函数行数/起止行统计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EDEA3-FAFD-47F9-8332-970E968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047750"/>
            <a:ext cx="2714625" cy="4095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BB0C3-B62C-48E8-A6E4-1B1E76C6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90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A5 两条路径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11CA4-886B-4828-A680-0EED73A3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E729E-E5D2-4E19-AA44-D624A5E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669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9E5B0B-35E6-4424-9217-04972D60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574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Inner V2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TilingImpl OP_VERSION_2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MoeDistributeDispatchA5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67D61-984F-484A-BCD1-A70603BB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26589-FD32-43EB-8577-41C4D107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05225"/>
            <a:ext cx="1390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MTE / FullMesh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74EAD-D37A-428B-BCC9-4596A23A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Mc2Context + Inner V3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A3 public tiling + ARCH=A5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B1AA5-1952-4EC5-B431-04030774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1652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8EBDB-497B-4485-B74A-12A2BA42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核心结论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03352-9D96-482F-B7C0-0342EDC8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分支的判断点是 DAV_3510 / ascend950，而不是源码中的 V100/V120 字符串。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DB2AD-3B86-4AB9-BF6D-1C0AFB19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616F0-FDDB-47DA-9E8B-DBEBFF64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2640F-2EB6-4C5B-BD3D-9D2BCC2E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职责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D0BBC-C3BE-4401-A495-C71AFD3D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按 expert_ids 路由 token，跨 EP/TP 通信，输出 expand_x 与 combine 辅助信息。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19F00-2A31-4431-9376-2463A509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3FE16-C581-4CF5-BA69-A3CC223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38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分叉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D569E-9E93-4E10-A615-DDF90689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1930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comm_alg=ccu 走 CCU 专用链路；空/fullmesh_v1/fullmesh_v2 走 MTE/window 链路。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3E347-5B8C-480D-B9AC-B41873CE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083C9-728D-41BD-9E22-CE34509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48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内部版本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BA88A-335E-4518-A02C-EA3A8CD0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non-ccu 对外可叫 V2，但 API/graph 侧会转 Inner V3 或 V2-&gt;V3 节点。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755703-615A-435D-9352-701F0CF9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3850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E84B3-C6F4-4C7D-9A63-A3C206E2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48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814DB4-51FD-45B1-B29F-02C83792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HostKfc 头文件未见主 kernel 派发；fallback 的 comm_alg attr 读取需复核 ABI。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CEAA3-C97A-40AF-AD1F-040FD7BB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2370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3E4EBE-61DC-414C-95FC-597DFC16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端到端调用链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7CFDC-0F6A-465D-B1D9-A428A271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从 public ACLNN 到 host tiling、GenerateTask、AICore kernel 的主链路。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07E1A-92A7-4A02-8513-02C2DA96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D2F7B-79E8-4A5E-99F1-5E5AEB3B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200B6-7C42-4637-9696-66668983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Public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023E4-0E6E-413B-8523-E168AAB9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V2 / V3 / V4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A1E1D-3B76-402C-B0B7-E7E955DB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70051-DA00-4CFC-AEA7-1807B43D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Base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4C852-5596-48DC-B9C1-9B4E6E0E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平台与 comm_alg 分支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8FCB6-D72C-4D28-BBAE-B6F2E73B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EA72F-7143-4529-B5AC-F55B9EC4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Host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CADA6-C8FA-4F75-B322-0CE62FEF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InferShape / Tiling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EF18E-8FF5-47E5-BBD0-C8295BE8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71FFE-0B46-4329-9376-52CDD789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B2C23-0165-4BC9-9C5C-7D9AC025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Fusion / GenTask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3952E-B9F6-4220-921D-80095F37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08D29-CC49-4E1A-9DA4-B488C17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C5BBB-AE9F-4561-AAD8-476C4569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CCU / MTE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86F36-D9FB-4AE0-BF85-8EFA7D44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2D74ED-4A12-40EF-BABD-78077905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1A792B-2FC6-4DE5-AD0A-2BE665E9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2EF23-8D9E-403E-94E0-5C8EE274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BA6BE6-2B7B-4F8F-912A-EFC7D08A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9715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57C6EB-0A91-4FF6-8851-CE5C2FBD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766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non-ccu：Mc2Context → Inner V3 → V2→V3 Fusion → Mc2MoeGenTaskCallbackV2 → MoeDistributeDispatchV2 / FullMesh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C5A98B-0D7D-4734-8187-405A7D7E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3434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A5 ccu：Inner V2 → 不融合 → A5 CCU Tiling → Mc2Arch35GenTaskCallBack → MoeDistributeDispatchA5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2850C8-4E46-4AB7-8A2D-B7B3477C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98235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EA8B08-B4C5-4BFE-BDA9-28A17082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分支选择矩阵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D3C1B-C36E-43B3-9436-D07C5BD1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同一个算子在 API、graph、tiling、kernel 的选择条件并不完全相同。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EE244-72FA-48FC-8ED5-36749F7B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8980D-457F-4598-B20D-C21401E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52550"/>
            <a:ext cx="10553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5DA06-0D99-4C04-964B-DA707780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层级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C09C0-E981-47E3-A914-0E578338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621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条件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248AA-1BCF-4973-9A82-12FCF2CF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62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选择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67FF4-5899-41B2-8C08-3048F194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8942D-3B27-47C6-9639-D4FEC4AC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workspace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9B0C9-5005-4F47-99F6-93464967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D2A4F3-32FC-48C2-907A-EC1E2380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240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Mc2Context + Inner V3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46A42-B670-4314-BD35-2CF304F1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workspace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D827C4-7CE7-4761-A13D-8054B35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43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ccu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16A74-7529-4C59-8FBE-44342F4C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Inner V2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B22165-2925-44B0-9669-A1F2E0F8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051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36370-8697-423D-85EB-45403D06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Graph fusion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1775E-34E1-47F3-9057-859A64B8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EC838-BF0A-4614-91C5-A5E30CD7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622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V2 → V3 + context input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D31F3-3A14-4F03-9C30-920C5D78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GenerateTask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182C0-DCD0-4C1B-A1CC-CD63FDC4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MTE/fullmesh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241A28-1B22-46E6-A39A-919CFBCD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81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Mc2MoeGenTaskCallbackV2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D7D889-02F2-4FC7-AE42-233FA5AF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433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1A606-5218-4864-85CE-5FFB0E6E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GenerateTask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C1189B-6EB3-44B8-A271-3E9C35D3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25093-7633-4AF5-80E2-47930890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Mc2Arch35GenTaskCallBack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CF784D-06FB-44DB-8A18-04DACD1E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92F440-6F5B-474D-AB54-22C49C9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13966A-9993-4786-BD91-2D46BFFE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9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MoeDistributeDispatchTilingImpl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F77C47-C3E0-4B57-ACB7-E4445592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815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8B198-762C-4094-AF09-567FE401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2FD140-66C3-41FE-A591-CD132097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386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空/fullmesh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D8F50F-56D2-4A86-8EEE-F52F6E5A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4386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A3 public tiling + ARCH=A5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58850A-06A6-42EC-A788-6262096C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511F23-5F7C-4040-BC83-DA238A6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 / MTE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8D78A2-1B13-4066-8BEB-4FE4CD47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/ V2 / FullMesh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D94AF4-76CC-4986-9182-70C559F8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59714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327247-9BFD-4C3C-8403-6291EB10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关键文件层次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54437-CB92-4AF2-94FB-A318EE37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按 ownership 看，代码分成 API、Host、Graph、Kernel 四块。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5D890-34FE-4DAB-8FBC-F6054F8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599EA-7405-4721-8B91-CA9C3AAF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AB4A1-7AED-4B9D-9D13-15712A45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42875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70A7A-B24C-4A9D-998B-6606BE66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49542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717F9-F3AC-4E3E-B8F5-24A7E307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参数检查、平台识别、Inner V2/V3 分发、HCCL server type 设置。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69947-03D0-4C6A-8376-C0AAC0AF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base.cpp 227 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C6BDA-9250-497A-B2B0-8C8C7008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61A1F-ACA9-4F70-B0E8-11147D31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66B05-8726-464F-81C5-C11AD87A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3367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op_host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1D721-F0C0-4A79-8857-0305451D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算子原型、InferShape/InferDtype、A5 CCU/MTE tiling。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D2DF6-DEAC-4774-BDC9-AB7523EF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480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arch35 tiling 1301 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67959-52EF-4F17-9384-0192F6BB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006FE3-A8DC-472D-834D-8D4AFFBD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6E01A5-9A65-43AE-9B07-22CB9932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7192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op_graph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B282BD-AA88-4968-B825-3FBC3BA9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052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non-ccu V2→V3 fusion，GenerateTask 选择 MTE/CCU callback。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9652B-13AB-44D0-8F06-C45456D6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862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fusion 204 行 / gen_task 70 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B5960-EA10-4BF0-86AD-F3EEAA98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C3432-A87C-4C06-8AC4-8A8272D7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D73AF4-710E-44E3-9E78-5BC3612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op_kernel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50891-FDEE-427A-906F-3F6A0C74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4350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global kernel 模板，A5 CCU / MTE / FullMesh 三类实现。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41538-7307-402B-9BDA-B6205773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245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CCU 1158 行；MTE 1774 行；FullMesh 1940 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337876-2C24-4F63-B4E9-8FEAB059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000209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2F9AEC-EEA6-40FC-A363-8BBB5AE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核心函数职责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87EB3-10A6-4FF4-A08B-37A60105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普通 C++ 函数已统计起止行；大型 AICore 模板方法按源码定位梳理。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59896-6CE7-443E-9FCC-B9276812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2065E-AD31-4576-9932-A9A09971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4FD27-9775-4C76-A617-93446329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490A8-051E-4CA7-8062-309C11C4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SetCommArgs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GetWorkspaceSizeBase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DispatchBase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6BB9C-5807-439D-8BAA-F54ABDD5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non-ccu 转 Inner V3；ccu 保持 Inner V2。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CCB79-BE6C-4C14-9D2C-3B6D879F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A4FEA-64AD-4700-835E-251BB764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0ED37-9259-482F-BEA4-9DC2EC33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MoeDistributeDispatchTilingImpl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MoeDistributeDispatchTilingFuncImpl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CalTilingKey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6C9251-3CBE-4A93-896B-7E8CC40F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ccu 走 A5 专用；MTE 复用 A3 并打 A5 tiling key。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20AD1-7252-49D5-A653-D8C5EFBA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F36F7-3ED1-4A8B-A7BD-FD02CAFF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B76B3-BD7D-4E35-B54C-E74850A2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Fusion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AddEdge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CB20E-6027-4164-9A77-EE5B239B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non-ccu 下 V2 节点替换成 V3，并插入 Mc2MoeContext。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943E9-42D1-48BE-9EFE-5553FCEE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F9CFD-0796-4C0F-B789-3A0F7EDE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B18F2-65A7-4A9A-B76A-E87A177F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MoeDistributeDispatchA5::Process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V2::Process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FullMesh::Process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1005A-2C12-4A72-B090-6B4E9505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顶层执行 scatter、通信、gather、输出统计。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4B40C-FE95-4FDD-AF69-4EEA43FC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10230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9A8B1F-EE9B-4138-8995-279D8A5A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代码规模热点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91780-3892-4EB8-BF68-E8BA259F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统计覆盖 23 个核心文件、277 个函数/方法；复杂度集中在 kernel 与 A5 tiling。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C4F6B-7B5B-4083-B28B-4151CC4F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9AB6D-2B56-4671-9DA3-C9FBB23F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71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FullMesh kernel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8865-8489-4815-AC63-10338BC2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95608-CAE5-48BA-BB92-358954B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60483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3D656-D15C-4E2B-9BDA-FB1A23F4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906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1940 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17C29-6BCF-4BA0-A408-867D99F4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MTE kernel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E4033-1B12-4E6F-AAED-D05DB817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029FB-EF59-473B-AE57-F60BE547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553402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C9BB0F-DC20-4F34-9260-E0A95A77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00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1774 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E940D-203F-4090-8C76-D5E393A2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HostKfc候选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71267-CB6A-40B9-9704-3E5327D5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908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EA863-A502-4EE7-BE09-5726CE6A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90800"/>
            <a:ext cx="67818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65D73-382E-4A7D-B471-EE6EFF9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098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2177 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5453ED-4DF4-48D0-A191-C36147FC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kernel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03B62-A1B9-4117-A552-9E154804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04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45C88-0CAC-4D32-8DD5-4B086A5B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0400"/>
            <a:ext cx="36099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0E8CFC-6047-4217-91D4-4EC8EB84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1158 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6D906-5CC7-45A5-A8BB-6BF56C44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tiling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A12B59-4AD1-48A0-AFF9-B24472AF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0815C-26F7-42A3-820D-C6519E9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40576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F855A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2C32B-13D7-413C-AAFC-3D7888F5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290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1301 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401A44-C262-435F-93FF-48760ADC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InferShape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1295CB-FC03-400B-875F-CC31F0C9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B4A4E-1854-4F57-95EB-C63C9450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12001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5B6472"/>
          </a:solidFill>
          <a:ln xmlns:a="http://schemas.openxmlformats.org/drawingml/2006/main" w="9525">
            <a:solidFill>
              <a:srgbClr val="5B647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8494BE-64EB-4AA7-AFE4-5B1A572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386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385 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D3A06-83D5-4E9C-BF7C-68FB055D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29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9D011-04A3-4D44-904C-7D3C4378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C1F330-098B-4358-BE13-49600241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7048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5B6472"/>
          </a:solidFill>
          <a:ln xmlns:a="http://schemas.openxmlformats.org/drawingml/2006/main" w="9525">
            <a:solidFill>
              <a:srgbClr val="5B647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BF7879-8CA3-4A55-87F0-A7636C9D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048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227 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BA5EFB-E9D8-4EC1-8BE8-B0AB2281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注：行数为文件总行数；完整文件级与函数级代码行数统计详见 Markdown 附录 14。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7A58FE-31B8-482B-AFFF-E9684ACB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68631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AC381C-383B-4773-8EB5-D4AA1EB8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D72BA-B460-4EE1-9F12-B4E3939F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AIV 打包/解析 token；AIV0 提交 HCCL；CCU server 通过 XN/CKE 执行 HalfAlltoAllV 跨 rank 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22F7C-4A59-45F5-AE81-00DB9F0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3659E-9E88-4656-806D-F9D780AF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80A18-9775-427E-BE2D-A5DA41F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2CD60-D78D-497A-B9BD-E5F6ED4D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tiling/HCCL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window/status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796CE-FDD8-4390-B5C6-F4D71844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E30B1-DE59-43FB-9A56-553B546D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39630-A3CF-4571-BD28-0B0924B5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DE182-A22E-41F0-B0EC-24652EE4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x_active_mask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activeBs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2CC35-2481-4F77-A253-4FC5F80F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981D7-588A-4EA0-8476-21E71B4F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A530F-33DC-44A6-9E0F-DC4859BE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CAF8C-A328-44E1-9967-874EB639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sort/freq/cumsum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sendBuf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2EF57-0ECE-40EB-A1D3-BA6B5A9C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2D3CEE-3600-4888-B48A-3385671B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087633-D776-4E8D-8DA9-1E2A886A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AlltoAll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B18975-A4DC-4110-BCAB-8DCF1B59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AIV0 submit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CCU 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5B6CEC-F25E-4968-892C-ADB6F154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EF1F1F-E5A5-4F7B-86B8-0BB6AD9E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B1F66-39EC-4BAE-BAF3-549D0722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Gather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823FD-B47B-46BE-B04C-E5B5D159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recvBuf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expand_x/stat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687CAA-A066-4FA6-95A5-5B697276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914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send workspace：sendBufGM_ + sendSizeGM_ + sendOffsetGM_，size/offset 均为 byte 表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recv window：windowsOut[0] 头部 status，后接双 half-buffer；recvOffset_ 即 remoteWinOffset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输出：expand_x、dynamic_scales、expert_token_nums、ep_recv_count、assist_info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A6387-7BF3-4F0C-A5C1-200A3742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44340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582926-3253-4318-9097-C05D9406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MTE / FullMesh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45E1F-E546-4805-874C-37FD410F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non-ccu 路径使用 Mc2Context 和 window/flag/cumsum 软同步。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C4C8C-7867-47C4-99C2-924A2C34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8F9BE-01CA-4B66-BAE3-30099CC9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506AD-2842-404B-9E01-D6B0770E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MTE non-fullmesh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044EF-670E-445D-B39D-3B50E878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Init 读取 context/window/tiling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SendToSharedExpert / SendToMoeExpert 写目标 rank window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AlltoAllDispatch 做状态交换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LocalWindowCopy 连续化输出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A5 特化 WaitStatusA5 / GetCumSumA5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91B8C-400C-4164-894B-F1D4D2F9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82C45-ACB9-47B7-BA4D-2213BB9E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95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FullMesh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E6C3E6-27ED-46F6-8438-2385057F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098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SetTilingDataAndCal 派生 fullmesh 布局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CalExpertSendNum / CalAndSendCntByRank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AllToAllDispatch + flag 区同步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CalCumSum / WaitCumSumFlag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WaitAndFormatOutput / LocalWindowCopy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F3585-B78F-42AD-90D2-690DA9F6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786320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DEE117-92C4-4D49-8077-48F05213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风险点与后续验证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3E5DA-31EA-4208-934B-2C9ECD1E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本轮是静态代码分析；HCCL/CCU 结论来自 kernel、host tiling 与 asc-devkit 实现链路。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4F5C3-66D9-4F6A-88AC-4B6EFC2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CA346-B4F5-45A2-A34E-64745FB6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CB0C4-788B-42E3-8FED-EEDB02E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13DD6-8846-47DD-A29D-E7CE4EC7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859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fallback attr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4C5605-9638-43AB-97F4-7BAB4893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fallback_moe_distribute_dispatch_v2.cpp 中 comm_alg 读取方式需结合 ABI 复核。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E8577-6DE1-48B2-8BF3-113B5253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A588B-3A4B-40D8-9C5D-FEF55851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1F797-B007-45AC-B8EA-15D83135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527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HostKfc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FC702-00E2-41F7-BA9F-56C403D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860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arch35 HostKfc 逻辑完整但当前主 kernel 未直接派发，需用编译产物确认。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96A8A-92C0-4CDC-9A23-41F0DFFA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110FE-8A25-479F-A9B4-4124A6E0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EAC7B-BEBE-48E0-AC43-7A06C63B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195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HCCL window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CCA5E-D3BF-4B30-8206-ACBEE0F8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CheckCommAttrs 对 window 容量按 HCCL_BUFFSIZE*2 检查；量化 payload 对齐需与 perTokenCommSize_ 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67057-5F3A-403A-B193-F820D3D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2E20E-9D1A-4F31-9E6F-F8749CE5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96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6CA8C-81E8-4C11-AAAB-C2D7D0DD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863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硬件验证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CE9A9-973E-434F-AC72-35DC794F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196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建议补跑 arch35 host UT、AICore 编译/仿真，并在 A5 环境验证 CCU HalfAlltoAllV window/status。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C8A05-0C14-467F-9414-58CAD22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836169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A3C67D-25D2-4370-A551-B621410D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A5 CCU kernel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C76CA7-D951-4788-959D-5185916D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MoeDistributeDispatchA5::Init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631CC-E0FA-4017-875F-9115356C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144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Init 在 AIV 上完成 tiling、UB、payload 与 CCU window 初始化；不执行跨 rank 通信。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2C82C-DA01-45AF-9976-0B0ED29C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0A1B9"/>
                </a:solidFill>
              </a:defRPr>
            </a:pPr>
            <a:r>
              <a:rPr sz="1200" b="1">
                <a:solidFill>
                  <a:srgbClr val="90A1B9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32561-D347-4C3B-B13E-79B7C0D8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94ADA-D226-47B7-BC25-F554F878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2FF70-0BD6-457B-BB82-1D7ACB67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Attrs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1BB61-B222-4891-8B4D-9E30DEED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AIV scalar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FD283-B0E8-4EF9-9A84-1D506AAD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InitGlobalAttrs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rank/expert 拓扑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MoE/shared AIV 分工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6E89F-E2CF-4601-82A6-C68C3BA3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07B78-1EF9-4F98-81A7-E49E0C3C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51EBA-7812-4DA5-BB9C-0B3B559D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2D298-09AC-47DF-B231-BB3AE5D7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3928D3-DF4A-447F-A7E9-3947BC95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UB + GM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DC4C1-4B5B-4401-A53F-1C1C1B88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InitBuf: sort/hist/cumsum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绑定 x/expert_ids/outputs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UB 供 MTE/Vector 使用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377E4-85CB-4824-AE68-8AC86126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85870-7724-4D6B-A18F-1445A963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92D78-0C29-4505-9CFE-6C816AEB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0476C-6045-4786-91E4-4A68BDF3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Quant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9C110B-8FA7-4C67-AEAC-6F0264F5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payload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43005-8C95-4223-84D8-CBC2862E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QuantInit: data+scale tail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Align512 token stride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perRankDataSize_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102AF7-68BE-4B58-94C3-25F6BF90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0EB0A-E65D-4E25-9449-FC6EB729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B8122-DC00-4575-AD12-94E3875C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A3866B-E9D7-413D-9A64-345B28C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CCU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BF0BC-A5B5-43F4-B421-B67F744F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HCCL/CCU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8103B1-9F9A-4C35-AD7A-FA619808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InitV2 + SetCcTilingV2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sendBuf/size/offset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status 双缓冲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7859A3-9065-4586-AC8C-59A39C5A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4857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499B5-418D-4C66-B34C-71DAC13E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3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Init 调用链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4D7979-D4C1-4634-85A3-69B53494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101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InitGlobalAttrs -&gt; InitBuf -&gt; QuantInit -&gt; InitCommAndStatus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recvOffset_ 作为 AlltoAllvWrite remoteWinOffset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AB2C50-5E54-4780-BFA0-674D59D3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86200"/>
            <a:ext cx="4857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BF7F15-433C-4C22-A491-573ED875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3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维护注意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04BD50-F978-41FC-9194-9CCE694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529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AIV0 后续作为 CCU client 提交；所有 AIV 共享 window/status。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声明参数名顺序与定义/调用点不一致，维护以定义和调用点为准。</a:t>
            </a:r>
          </a:p>
        </p:txBody>
      </p:sp>
    </p:spTree>
    <p:extLst>
      <p:ext uri="{BB962C8B-B14F-4D97-AF65-F5344CB8AC3E}">
        <p14:creationId xmlns:p14="http://schemas.microsoft.com/office/powerpoint/2010/main" val="11704078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D1C2E4-6469-4503-9419-F3AE8A8B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A5 CCU kernel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F0B12-C05E-479D-AE21-B17A97FB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MoeDistributeDispatchA5::Process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F33B7-C1F1-4EE7-AA00-A3095422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144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执行链：mask -&gt; scatter/quant -&gt; AIV0 HCCL submit -&gt; CCU HalfAlltoAllV -&gt; gather/finalize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D4376-1A80-4E0D-BDFC-6432CBAD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0A1B9"/>
                </a:solidFill>
              </a:defRPr>
            </a:pPr>
            <a:r>
              <a:rPr sz="1200" b="1">
                <a:solidFill>
                  <a:srgbClr val="90A1B9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50352-2315-4CAA-8A33-B9C4DC06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39599-1798-4A06-AF84-4956FCDE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B880E-2BD1-4932-8428-B7DDF5B4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B498D-2306-4325-BCDB-58D7BC64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activeBs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0449B-72A2-45EC-AF5E-D8DD306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BDCF1-9D52-4D45-879C-3B86AECF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3D715-A258-40B7-AC53-96D60988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56CE7-D2A7-4DF6-B825-C81E7A20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Scatter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09AF5-8584-46C8-8963-A56F2781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sendBuf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4F442-6992-4F70-945A-81DC6C83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F9698-7D21-435F-B237-FAF99A11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E8850F-04E6-4C9A-9FDE-99133611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380AA-620B-4779-81B1-7EE8EE26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CCU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C9B59-43B1-4D30-B133-708CA1B5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XN/CKE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53867-7BF8-426F-A66E-993A9F60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5D556-A0AA-48E7-BEB2-E117D872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58E697-F635-4E69-813B-A5855EF7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0BAA4B-CD5B-4848-A7AE-D15081B7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Gather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BF53F-5EE8-4092-9FB1-F7D25AFD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recvBuf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C38609-0634-48BE-9D5A-CA28318B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B80B3C-7457-4F3E-8883-E727D60F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B99722-D90A-40E9-89B4-BA6EF216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96D399-FB35-4D17-AE3A-5DB58014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E33EF4-A63D-42D4-87DE-D0576668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finalize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3CC1E-63D8-498F-9298-FFEF8464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B00C5-8D99-438B-9919-1E90ED9B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Scatter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EC6BBD-F82E-45F1-9C4E-1E2D905A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TokenScatter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sort + freq/cumsum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ProcessToken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sendBuf + size/offset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83D523-7606-47A5-B348-F3A6E748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917E78-81A4-4EC5-92E2-DCD332F0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Communication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9B58E7-CDE9-41C6-A526-A7909512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33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AIV0 AlltoAllvWrite&lt;true&gt;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CCU 按 byte 表写 window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重叠 expandIdx/init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B554D-29C0-4933-AE88-7C75B5D3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FCDC08-9D4E-4BA3-99A6-C4539928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1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Gather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2FA092-CE11-4CA5-91A0-9F2C053A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33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MoeGatherPrepare 读 count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recvBufGM_ -&gt; expand_x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scale/stat 输出</a:t>
            </a:r>
          </a:p>
        </p:txBody>
      </p:sp>
    </p:spTree>
    <p:extLst>
      <p:ext uri="{BB962C8B-B14F-4D97-AF65-F5344CB8AC3E}">
        <p14:creationId xmlns:p14="http://schemas.microsoft.com/office/powerpoint/2010/main" val="1614286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2026-06-24T11:05:59.1070000Z</dcterms:created>
  <dcterms:modified xsi:type="dcterms:W3CDTF">2026-06-24T11:05:59.1070000Z</dcterms:modified>
</coreProperties>
</file>